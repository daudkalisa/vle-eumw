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94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9932-8CBB-3E1F-1090-9A21EEED5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41EBE-7342-B089-085D-656C4C637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4CB51-861F-F791-4A56-9660F801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D5460-51FC-44E2-3F37-A44FBEBD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2C8AE-90F9-EA7B-AACE-0180B0BC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4F9F-EEA8-5AF7-B009-F84D816A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B8D3-E870-D593-058F-9B204DC7E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101C8-9246-DA15-DFB1-BA5FD1DB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9AAED-B755-BF26-222D-E9D6B607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DE687-79BD-2EBA-EDBE-55E36A89A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34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F466-2097-B27D-B995-8FA8DFBA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D6E03-8E74-E1D1-63EC-0613D7719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DA822-AE48-3AFD-4E70-176C8B89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F381-17E2-AC34-F775-18061002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3BCF4-5E75-882E-FC4A-C56E5FCE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2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EF08-D5C6-6CCD-A4E4-35617C4E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A6BD5-751D-E364-6C18-71116ED44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88944-0055-F3B2-5776-C265EAC2B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F5FCB-A892-52D5-2E26-66E4480BE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2DEB9-843A-4A4E-DE1C-63852AB2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B0351-EBF8-6139-CD9C-DC1AE640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7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F3E9-2F81-8223-EF63-F7EF81367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25B00-7380-D6DA-B6B7-CF61C6A5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3E003-A128-B350-EFB4-19A1EE41A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F47ED-827B-FB62-5855-ED463236E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108ED-CB0C-CBFE-D690-E5D66094A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CBAC40-3C08-E020-C38F-82204A25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23C12E-21F0-B598-3F04-F227D7D7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8FD600-8667-B219-DF79-EFD9B0FDF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0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E6D3-4AF5-635C-6C6A-1F054672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B7C9C-7ACB-FC7F-826D-B8A8121D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9DB93-6F10-3630-7250-ECC98F69B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685C3-FA88-6F8B-D18D-E8488B80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4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B67C2-525A-591D-1443-3E587A620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A1087-2A3E-E9AF-81AF-9D5D9276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3DD35-3436-B6BC-E8E8-D3E3103C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3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2A31-7F79-A9CF-5BC9-3BD82214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AC67-1FA0-C3D9-7E04-2B429B2C8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576CB-0CC0-F6F6-55AE-190D9B3C8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00057-858C-CAF7-E826-D90F5A56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53898-85B1-1622-E55F-3EED1B78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1BBED-662A-3322-7EAB-9227248C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48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03BC-9753-AD8A-15E9-B0710454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A6A06-E265-306D-396C-7176EEEF3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FB3F5-A1FB-17CE-B884-FC7A3C156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140FC-F339-BF38-25FA-D2E862AA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11E8B-ADAA-E32A-87D6-F0C4C3C1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72C5-88AD-720B-67D0-5B8F5658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6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AD72C-F278-22ED-08D7-9BCB3F7A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25B54-2BEA-FDDC-462F-0ED479590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783A3-6AA9-C45F-FDE4-B3C6ED1E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CD91D-1022-B473-21CB-BF7A57FD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1EEE6-C43D-F121-D665-A055FD13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3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1E7047-7910-9DBC-A7F2-B1F4552B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28484-AA3F-90AE-E6E1-54FB2375C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B5D7D-AB08-6C9E-5D18-D42AE0B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12E11-565E-242B-90A2-90C31E3F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F248F-EC05-ABED-E847-A955FE26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1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CC73E-AA02-9E53-2DFE-55B01E34E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56C86-9FA0-90A8-484B-F7105AC50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F87A0-5733-EFFB-A275-9A58EC205A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2608C-0310-414C-A3B2-A43427C1637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F83A3-C5E1-7C92-6873-2E96D6582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F5B1-BB6C-C6CF-D175-0B2AFFA2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8C24D-A85D-4489-B01A-FAA0778E9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8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465" y="498676"/>
            <a:ext cx="11278989" cy="2359860"/>
          </a:xfrm>
        </p:spPr>
        <p:txBody>
          <a:bodyPr>
            <a:normAutofit/>
          </a:bodyPr>
          <a:lstStyle/>
          <a:p>
            <a:r>
              <a:rPr lang="en-US" sz="4000" dirty="0"/>
              <a:t>Title here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FDEE6-ED7A-8266-2741-47459CF6A5D6}"/>
              </a:ext>
            </a:extLst>
          </p:cNvPr>
          <p:cNvSpPr txBox="1"/>
          <p:nvPr/>
        </p:nvSpPr>
        <p:spPr>
          <a:xfrm>
            <a:off x="678426" y="59899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Date</a:t>
            </a:r>
            <a:r>
              <a:rPr lang="en-US"/>
              <a:t>: August </a:t>
            </a:r>
            <a:r>
              <a:rPr lang="en-US" dirty="0"/>
              <a:t>2025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03B46-D9D1-16AF-140D-045E122E1145}"/>
              </a:ext>
            </a:extLst>
          </p:cNvPr>
          <p:cNvSpPr/>
          <p:nvPr/>
        </p:nvSpPr>
        <p:spPr>
          <a:xfrm>
            <a:off x="81280" y="3068674"/>
            <a:ext cx="12192000" cy="2970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AC3D909-CC6D-5EBD-77F1-E9A7615BE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5" y="2720959"/>
            <a:ext cx="11278989" cy="2844954"/>
          </a:xfrm>
        </p:spPr>
        <p:txBody>
          <a:bodyPr>
            <a:normAutofit/>
          </a:bodyPr>
          <a:lstStyle/>
          <a:p>
            <a:r>
              <a:rPr lang="en-US" sz="3200" dirty="0"/>
              <a:t>BY</a:t>
            </a:r>
          </a:p>
          <a:p>
            <a:r>
              <a:rPr lang="en-US" sz="3200" dirty="0"/>
              <a:t>Exploits University, BT Campus</a:t>
            </a:r>
          </a:p>
          <a:p>
            <a:r>
              <a:rPr lang="en-US" sz="3200" dirty="0"/>
              <a:t>Department of Business Administration</a:t>
            </a:r>
          </a:p>
          <a:p>
            <a:r>
              <a:rPr lang="en-US" sz="3200" dirty="0"/>
              <a:t>Supervisor by</a:t>
            </a:r>
          </a:p>
          <a:p>
            <a:r>
              <a:rPr lang="en-US" sz="32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84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4454014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Introduction and background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Problem statement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Objectives and research questions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Literature review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Conceptual Framework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Research Methodology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Limitations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Expected outcomes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Reference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96FDC1-C0C2-333B-5087-18949E5482A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42451" y="873650"/>
            <a:ext cx="5653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Outline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64110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425759"/>
            <a:ext cx="908500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Introduction an Background of the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pPr algn="l"/>
            <a:r>
              <a:rPr lang="en-US" dirty="0"/>
              <a:t>Brief context or situation that led to your study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Key facts or statistics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Importance of the topic</a:t>
            </a:r>
          </a:p>
        </p:txBody>
      </p:sp>
    </p:spTree>
    <p:extLst>
      <p:ext uri="{BB962C8B-B14F-4D97-AF65-F5344CB8AC3E}">
        <p14:creationId xmlns:p14="http://schemas.microsoft.com/office/powerpoint/2010/main" val="210263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252" y="321777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Statement of 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407" y="1470665"/>
            <a:ext cx="10697496" cy="3916669"/>
          </a:xfrm>
        </p:spPr>
        <p:txBody>
          <a:bodyPr/>
          <a:lstStyle/>
          <a:p>
            <a:pPr algn="l"/>
            <a:r>
              <a:rPr lang="en-US" dirty="0"/>
              <a:t>Clear articulation of the issue you aim to address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Indicate the gap in literature or real-world problem</a:t>
            </a:r>
          </a:p>
        </p:txBody>
      </p:sp>
    </p:spTree>
    <p:extLst>
      <p:ext uri="{BB962C8B-B14F-4D97-AF65-F5344CB8AC3E}">
        <p14:creationId xmlns:p14="http://schemas.microsoft.com/office/powerpoint/2010/main" val="7581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341442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Research Objectives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pPr algn="l"/>
            <a:r>
              <a:rPr lang="en-US" dirty="0"/>
              <a:t>Main objective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Specific objectives (Numbered in roman points)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2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345615"/>
            <a:ext cx="10697496" cy="696603"/>
          </a:xfrm>
        </p:spPr>
        <p:txBody>
          <a:bodyPr>
            <a:noAutofit/>
          </a:bodyPr>
          <a:lstStyle/>
          <a:p>
            <a:pPr algn="l"/>
            <a:r>
              <a:rPr lang="en-US" sz="4000" b="1" dirty="0"/>
              <a:t>Research Questions/Hypotheses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dirty="0"/>
              <a:t>    List your research questions and/or hypotheses when available 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Ensure alignment with objectives</a:t>
            </a:r>
          </a:p>
        </p:txBody>
      </p:sp>
    </p:spTree>
    <p:extLst>
      <p:ext uri="{BB962C8B-B14F-4D97-AF65-F5344CB8AC3E}">
        <p14:creationId xmlns:p14="http://schemas.microsoft.com/office/powerpoint/2010/main" val="151322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325950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Significance of the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dirty="0"/>
              <a:t> Who benefits from your research?</a:t>
            </a:r>
          </a:p>
          <a:p>
            <a:endParaRPr lang="en-US" dirty="0"/>
          </a:p>
          <a:p>
            <a:pPr algn="l"/>
            <a:r>
              <a:rPr lang="en-US" dirty="0"/>
              <a:t>Contribution to theory, practice, or policy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How does it align with agenda 2063</a:t>
            </a:r>
          </a:p>
        </p:txBody>
      </p:sp>
    </p:spTree>
    <p:extLst>
      <p:ext uri="{BB962C8B-B14F-4D97-AF65-F5344CB8AC3E}">
        <p14:creationId xmlns:p14="http://schemas.microsoft.com/office/powerpoint/2010/main" val="207531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059" y="425759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Scope and Delimitations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pPr algn="l"/>
            <a:endParaRPr lang="en-US" dirty="0"/>
          </a:p>
          <a:p>
            <a:pPr algn="l"/>
            <a:r>
              <a:rPr lang="en-US" dirty="0"/>
              <a:t>    Geographic, time, content, or population scope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What the study will and won’t cover</a:t>
            </a:r>
          </a:p>
        </p:txBody>
      </p:sp>
    </p:spTree>
    <p:extLst>
      <p:ext uri="{BB962C8B-B14F-4D97-AF65-F5344CB8AC3E}">
        <p14:creationId xmlns:p14="http://schemas.microsoft.com/office/powerpoint/2010/main" val="3039390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325951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Literature Review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553496"/>
            <a:ext cx="10697496" cy="3916669"/>
          </a:xfrm>
        </p:spPr>
        <p:txBody>
          <a:bodyPr/>
          <a:lstStyle/>
          <a:p>
            <a:pPr algn="l"/>
            <a:endParaRPr lang="en-US" dirty="0"/>
          </a:p>
          <a:p>
            <a:pPr algn="l"/>
            <a:r>
              <a:rPr lang="en-US" dirty="0"/>
              <a:t>    Key theories and models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Summary of existing studies and findings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Identify research gaps</a:t>
            </a:r>
          </a:p>
        </p:txBody>
      </p:sp>
    </p:spTree>
    <p:extLst>
      <p:ext uri="{BB962C8B-B14F-4D97-AF65-F5344CB8AC3E}">
        <p14:creationId xmlns:p14="http://schemas.microsoft.com/office/powerpoint/2010/main" val="2262178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296453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Conceptual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111045"/>
            <a:ext cx="10697496" cy="3916669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dirty="0"/>
              <a:t>    Diagram or model showing variables and relationships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Explanation of your chosen framework</a:t>
            </a:r>
          </a:p>
        </p:txBody>
      </p:sp>
    </p:spTree>
    <p:extLst>
      <p:ext uri="{BB962C8B-B14F-4D97-AF65-F5344CB8AC3E}">
        <p14:creationId xmlns:p14="http://schemas.microsoft.com/office/powerpoint/2010/main" val="1090472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417413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Research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pPr algn="l"/>
            <a:r>
              <a:rPr lang="en-US" dirty="0"/>
              <a:t>    Research design (qualitative, quantitative, mixed)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Study area and population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Sampling techniques and sample size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Data collection methods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Data analysis techniques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13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296453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Ethical 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470665"/>
            <a:ext cx="10697496" cy="3916669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dirty="0"/>
              <a:t>    Informed consent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Confidentiality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Approval from ethical review board (if applicable)</a:t>
            </a:r>
          </a:p>
        </p:txBody>
      </p:sp>
    </p:spTree>
    <p:extLst>
      <p:ext uri="{BB962C8B-B14F-4D97-AF65-F5344CB8AC3E}">
        <p14:creationId xmlns:p14="http://schemas.microsoft.com/office/powerpoint/2010/main" val="1774270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729" y="325950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Work Plan/Timeline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dirty="0"/>
              <a:t>    Gantt chart or timeline table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Key stages: proposal, data collection, analysis, writing</a:t>
            </a:r>
          </a:p>
        </p:txBody>
      </p:sp>
    </p:spTree>
    <p:extLst>
      <p:ext uri="{BB962C8B-B14F-4D97-AF65-F5344CB8AC3E}">
        <p14:creationId xmlns:p14="http://schemas.microsoft.com/office/powerpoint/2010/main" val="4060848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425759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Budget (if required)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730477"/>
            <a:ext cx="10697496" cy="3916669"/>
          </a:xfrm>
        </p:spPr>
        <p:txBody>
          <a:bodyPr/>
          <a:lstStyle/>
          <a:p>
            <a:pPr algn="l"/>
            <a:r>
              <a:rPr lang="en-US" dirty="0"/>
              <a:t>Itemized estimated cost</a:t>
            </a:r>
          </a:p>
          <a:p>
            <a:pPr algn="l"/>
            <a:r>
              <a:rPr lang="en-US" dirty="0"/>
              <a:t>Source of funding (personal, grant, scholarship)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95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437078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Expected Results or Contributions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pPr algn="l"/>
            <a:r>
              <a:rPr lang="en-US" dirty="0"/>
              <a:t>Anticipated findings or outcomes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How your study fills the identified gap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35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7FC-067B-02D5-F59F-79510C802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9" y="437078"/>
            <a:ext cx="10697496" cy="696605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DD1F8-83D0-FF79-2FF7-BA30863E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1818967"/>
            <a:ext cx="10697496" cy="3916669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dirty="0"/>
              <a:t>    List of major references cited in your presentation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Use a consistent academic referencing style (Harvard, )</a:t>
            </a:r>
          </a:p>
        </p:txBody>
      </p:sp>
    </p:spTree>
    <p:extLst>
      <p:ext uri="{BB962C8B-B14F-4D97-AF65-F5344CB8AC3E}">
        <p14:creationId xmlns:p14="http://schemas.microsoft.com/office/powerpoint/2010/main" val="638314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323</Words>
  <Application>Microsoft Office PowerPoint</Application>
  <PresentationFormat>Widescreen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Title here </vt:lpstr>
      <vt:lpstr>Outline of presentation </vt:lpstr>
      <vt:lpstr>Introduction an Background of the Study</vt:lpstr>
      <vt:lpstr>Statement of the Problem</vt:lpstr>
      <vt:lpstr>Research Objectives</vt:lpstr>
      <vt:lpstr>Research Questions/Hypotheses</vt:lpstr>
      <vt:lpstr>Significance of the Study</vt:lpstr>
      <vt:lpstr>Scope and Delimitations</vt:lpstr>
      <vt:lpstr>Literature Review Summary</vt:lpstr>
      <vt:lpstr>Conceptual Framework</vt:lpstr>
      <vt:lpstr>Research Methodology</vt:lpstr>
      <vt:lpstr>Ethical Considerations</vt:lpstr>
      <vt:lpstr>Work Plan/Timeline</vt:lpstr>
      <vt:lpstr>Budget (if required)</vt:lpstr>
      <vt:lpstr>Expected Results or Contributions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Daud Kalisa Phiri</dc:creator>
  <cp:lastModifiedBy>Daud Kalisa Phiri</cp:lastModifiedBy>
  <cp:revision>3</cp:revision>
  <dcterms:created xsi:type="dcterms:W3CDTF">2025-05-24T11:01:42Z</dcterms:created>
  <dcterms:modified xsi:type="dcterms:W3CDTF">2026-03-29T08:43:58Z</dcterms:modified>
</cp:coreProperties>
</file>